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Gas &amp; Fire Safety Alert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 Wokwi using ESP32 and MQTT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Bariya Sahil  |  2305101270029  |  BCA(H)  |  Div C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Atmiya Patel  |  2305101270218  |  BCA(H)  |  Div 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leaks and small fires often go unnoticed until damage is done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is unreliable, especially at night or when nobody is home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alerts increase risk to life and property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gas leakage and abnormal heat automatically in real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local alarm (buzzer + LED) instantly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remote alerts over the internet using MQTT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 (Wokwi)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937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DevKit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 with built-in WiFi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Sensor (MQ-2 style)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gas concentration (analog)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 Sensor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temperature to detect fire / heat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Audible alarm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/ Green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/ safe status indicator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Resistors (220 ohm)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limiting for LEDs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broker (HiveMQ)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message delivery for remote alerts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Connections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19456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GPIO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sensor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 (+)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(via resistor)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(via resistor)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sensors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 / 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3V3 / 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74520" cy="2743200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level and temperature are read every 2 seconds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371600"/>
            <a:ext cx="1874520" cy="2743200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Decide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05740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if gas &gt; 2000 or temperature &gt; 50 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874520" cy="2743200"/>
          </a:xfrm>
          <a:prstGeom prst="roundRect">
            <a:avLst>
              <a:gd name="adj" fmla="val 4878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Alert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5740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and buzzer ON; green LED shows safe state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1371600"/>
            <a:ext cx="1874520" cy="2743200"/>
          </a:xfrm>
          <a:prstGeom prst="roundRect">
            <a:avLst>
              <a:gd name="adj" fmla="val 48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508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Publish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05740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status sent to MQTT topic for remote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(Arduino C++)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017520"/>
          </a:xfrm>
          <a:prstGeom prst="roundRect">
            <a:avLst>
              <a:gd name="adj" fmla="val 303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gas = analogRead(GAS_PIN);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temp = dht.readTemperature();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alarm = (gas &gt; GAS_THRESHOLD) ||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(temp &gt; TEMP_THRESHOLD);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digitalWrite(RED_LED, alarm);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digitalWrite(GREEN_LED, !alarm);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digitalWrite(BUZZER_PIN, alarm);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client.publish(TOPIC, msg.c_str());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provided in sketch.ino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triggers when gas slider crosses threshold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triggers when temperature crosses 50 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messages received live on the MQTT client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confirms normal, safe condition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 flame sensor and smoke sensor on hardware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alerts via cloud services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exhaust fan or valve shut-off using a relay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dashboard with history and analytics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2026-09-29T07:52:23Z</dcterms:created>
  <dcterms:modified xsi:type="dcterms:W3CDTF">2026-09-29T07:52:23Z</dcterms:modified>
</cp:coreProperties>
</file>